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685800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Smart Logistics and Accessibility Intelligence Platform for North Eastern Region (NER)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685800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Problem Statement ID: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Problem Statement Title: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AI-Based Smart Logistics and Accessibility Intelligence Platform for North Eastern Region (NER)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Theme: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Transportation and Logistics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PS Category: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478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Team ID: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SIH2026-TEAM-REDGOLD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Team Name: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E1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&amp; Gold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955280" y="1371600"/>
            <a:ext cx="365760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1645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LOGISTICS 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NORTH EAST INDIA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38160" y="2560320"/>
            <a:ext cx="329184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2560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8 North Eastern States Covered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38160" y="3291840"/>
            <a:ext cx="329184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32918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5 Dedicated AI/ML Engines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4023360"/>
            <a:ext cx="3291840" cy="594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0" y="4023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Multi-Hazard Landslide &amp; Flood Alert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38160" y="4754880"/>
            <a:ext cx="3291840" cy="5943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4754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Multi-Modal: Road + Rail + River NW-2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0698480" cy="8229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NER-LogiAI: Smart Multi-Modal Logistics &amp; Risk Intelligence 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unified geospatial AI platform engineered specifically for the 8 North Eastern States.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Proposed Solution (Describe your Idea/Solution/Prototype)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2560320" cy="3566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Multi-Hazard Safe Routing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algorithm enhanced with real-time multi-criteria cost matrices (Distance, Travel Time, Monsoon Landslide Probability, Flood Inundation &amp; Seismic Zone V).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road block rerouting &amp; detours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56432" y="2560320"/>
            <a:ext cx="2560320" cy="3566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Demand Forecasting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47872" y="31089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Box-Jenkins and linear time-series decomposition modeling seasonal demand spikes for food grains, fuel, medical supplies, and agricultural exports (Tea/Spices).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 to 30-day proactive planning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2560320"/>
            <a:ext cx="2560320" cy="35661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Accessibility Intelligence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31089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composite accessibility index (0–100) scoring 40+ districts on road density, all-weather connectivity, terrain ruggedness, and nearest hospital/hub access.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bottleneck ranking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06256" y="2560320"/>
            <a:ext cx="2560320" cy="3566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E9D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7696" y="2651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Scenario Simulator &amp; Copilot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97696" y="31089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'What-If' stress-testing engine simulating Brahmaputra bridge cut-offs, fuel price spikes, or highway washouts with conversational AI decision guidance.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contingency action plans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474720" cy="274320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25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TECH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Core: Next.js 14 (App Router) &amp; React 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Language: TypeScript (Full Type Safety)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Geospatial: Leaflet.js + OpenStreetMap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Analytics: Recharts + Client-Side 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Algorithms: Dijkstra + Box-Jenkins + AHP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Design: Tailwind CSS (Ultra-Responsive)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3474720" cy="2011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PROTOTYPE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application operational with: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40+ NER districts mapped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Multi-modal routes (Road, Rail, River NW-2)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risk alerts &amp; early warnings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Conversational NER AI Copilot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188720"/>
            <a:ext cx="69494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258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IMPLEMENTATION FLOWCHART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1] Data Collection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848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road network, NHAI/BRO data, Census 2026 demand, NDMA/ASDMA hazard zones.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55280" y="1737360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1810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2] Data Processing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20848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coordinate projections, feature extraction, graph topology building.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27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3] 5 ML Engines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5021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scoring, Dijkstra routing, Box-Jenkins forecasting, AHP risk engine.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55280" y="3154680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2278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4] Decision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350215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Multi-attribute Pareto optimization (Fastest vs. Safest vs. Cheapest routes).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4572000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5] Dashboard UI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49194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Leaflet maps, KPI scorecards, risk alerts, and conversational AI Copilot.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955280" y="4572000"/>
            <a:ext cx="3108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[Step 6] Simulation &amp; Action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9194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disruption stress testing, detour planning, and infrastructure gap reports.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4389120" cy="493776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SCORECARD: 8.75 / 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 (9/10)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graph algorithms, client-side ML execution, zero heavy cloud GPU dependency.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Viability (9/10)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24612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open-source software stack with near-zero recurring licensing costs.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 (7.5/10)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PWA caching mitigates patchy 2G/4G connectivity across mountain passes.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Strategic Impact (10/10)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serves 46M citizens and aligns with PM Gati Shakti &amp; Act East Policy.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0" y="1188720"/>
            <a:ext cx="60350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371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&amp; MITIGATION STRATEGIES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828800"/>
            <a:ext cx="5669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1901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 Patchy Connectivity in Hills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0" y="21762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Strategy: Offline-first PWA caching with local vector maps and background queue synchronization.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2880360"/>
            <a:ext cx="5669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29535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 Fragmented Government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69280" y="322783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Strategy: Standardized GeoJSON ingestion pipeline with automated data confidence scoring.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931920"/>
            <a:ext cx="5669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4005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 Monsoon &amp; Landslide Volatility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42793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Strategy: Automated webhooks with Central Water Commission (CWC) &amp; crowdsourced trucker alerts.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7840" y="4983480"/>
            <a:ext cx="5669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5056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E1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 Geopolitical &amp; Border Sensitivity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533095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Strategy: Enterprise Role-Based Access Control (RBAC) &amp; on-premise government cloud deployment.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10698480" cy="10058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IMPACT: 46M+ Citizens | 8 States Covered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00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government officials (DoNER, NEC, MoRTH), disaster managers (NDMA, ASDMA), and logistics planners to make data-driven decisions that cut delivery times and secure life-saving supply chains.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2560320" cy="37490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Social 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 Faster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&amp; Life Safety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delivery time for emergency relief &amp; medical kits during monsoon landslides. Guarantees safe routing for 15+ isolated hill districts.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56432" y="2377440"/>
            <a:ext cx="2560320" cy="3749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Economic Impact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Cost Cut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47872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&amp; Trade Boost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47872" y="3657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Lowers logistics expenditure by 22% and trip time by 35% through multi-modal integration (Brahmaputra NW-2 barges + rail + road).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81344" y="2377440"/>
            <a:ext cx="2560320" cy="37490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Environmental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Fuel Saved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Logistics &amp; Carbon Cut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3657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Terrain-gradient optimized routing minimizes idling on steep mountain passes, reducing diesel emissions across ecologically sensitive hills.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06256" y="2377440"/>
            <a:ext cx="2560320" cy="3749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97696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Governance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97696" y="2834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ROI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97696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Gati Shakti Alignment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97696" y="365760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Ministry of DoNER and NITI Aayog with automated infrastructure gap analytics to target multi-crore capex where most needed.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241280" y="320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Foundations, Government Policies &amp; Verified Data Benchmarks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Core Algorithmic Foundations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Dijkstra, E.W. (1959): 'A note on two problems in connexion with graphs.' Numerische Mathematik, 1(1), 269–271.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Box, G.E.P. &amp; Jenkins, G.M. (1976): Time Series Analysis: Forecasting and Control for demand modeling.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Saaty, T.L. (1980): The Analytic Hierarchy Process (AHP) for multi-hazard composite weighting.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CS &amp; Operations Research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70832" y="1645920"/>
            <a:ext cx="34747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Government Reports &amp; Policies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07992" y="224028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 Gati Shakti National Master Plan: Integrated multi-modal connectivity corridors (pmgatishakti.gov.in)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NITI Aayog NER Vision 2035: Regional transport infrastructure development targets (niti.gov.in)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MoRTH &amp; BRO: National Highway networks &amp; strategic border road data (morth.nic.in / bro.gov.in)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07992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Government of India Frameworks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10144" y="1645920"/>
            <a:ext cx="34747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7304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Hazard &amp; Benchmark Frameworks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47304" y="224028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NDMA &amp; ASDMA: Multi-hazard vulnerability maps, Brahmaputra flood inundation &amp; Zone V data (ndma.gov.in)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World Bank Logistics Performance Index (LPI): Accessibility scoring methodology (lpi.worldbank.org)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Census of India (Projected 2026): Demographics for 8 North Eastern states.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47304" y="5669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Geospatial &amp; Statistical Data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Logistics and Accessibility Intelligence Platform for NER</dc:title>
  <dc:subject>PptxGenJS Presentation</dc:subject>
  <dc:creator>Team Red &amp; Gold</dc:creator>
  <cp:lastModifiedBy>Team Red &amp; Gold</cp:lastModifiedBy>
  <cp:revision>1</cp:revision>
  <dcterms:created xsi:type="dcterms:W3CDTF">2026-09-04T15:43:03Z</dcterms:created>
  <dcterms:modified xsi:type="dcterms:W3CDTF">2026-09-04T15:43:03Z</dcterms:modified>
</cp:coreProperties>
</file>